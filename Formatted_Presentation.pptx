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### 💻 AI-Driven Development: Reshaping Software Engineering</a:t>
            </a:r>
          </a:p>
          <a:p>
            <a:pPr>
              <a:defRPr sz="2400"/>
            </a:pPr>
            <a:r>
              <a:t>Automating the Lifecycle:** AI is revolutionizing efficiency by handling boilerplate code generation, automated testing, and advanced debugging, significantly accelerating the overall development lifecycle.</a:t>
            </a:r>
          </a:p>
          <a:p>
            <a:pPr>
              <a:defRPr sz="2400"/>
            </a:pPr>
            <a:r>
              <a:t>The Architect's Role:** The focus shifts from writing every line of code to *directing* the AI. Engineers will evolve into high-level system architects, prompt engineers, and validators of AI-generated outputs.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Context Note: Since this is Slide 2 of 2, the content should serve as a powerful, conclusive call-to-action or a strong summary of the main takeaway.***</a:t>
            </a:r>
          </a:p>
          <a:p>
            <a:pPr>
              <a:defRPr sz="2000"/>
            </a:pPr>
            <a:r>
              <a:t>### **Option 1: Focus on the Developer’s Evolving Role (Recommended)**</a:t>
            </a:r>
          </a:p>
          <a:p>
            <a:pPr>
              <a:defRPr sz="2400"/>
            </a:pPr>
            <a:r>
              <a:t>Title: The Co-Pilot Mindset: From Coder to Orchestrator**</a:t>
            </a:r>
          </a:p>
          <a:p>
            <a:pPr>
              <a:defRPr sz="2400"/>
            </a:pPr>
            <a:r>
              <a:t>Shift Focus from Syntax to System Architecture:** AI handles boilerplate code and low-level syntax; the developer's core value becomes designing complex systems, defining constraints, and integrating models.</a:t>
            </a:r>
          </a:p>
          <a:p>
            <a:pPr>
              <a:defRPr sz="2400"/>
            </a:pPr>
            <a:r>
              <a:t>Prioritize Prompt Engineering and Governance:** Future expertise lies in mastering prompt design, validating AI outputs, and building ethical guardrails (MLOps) to ensure reliability and security.</a:t>
            </a:r>
          </a:p>
          <a:p>
            <a:pPr>
              <a:defRPr sz="2400"/>
            </a:pPr>
          </a:p>
          <a:p>
            <a:pPr>
              <a:defRPr sz="2000"/>
            </a:pPr>
            <a:r>
              <a:t>### **Option 2: Focus on Business Transformation (For a Management Audience)**</a:t>
            </a:r>
          </a:p>
          <a:p>
            <a:pPr>
              <a:defRPr sz="2400"/>
            </a:pPr>
            <a:r>
              <a:t>Title: Key Takeaways: Integrating AI for Exponential Growth**</a:t>
            </a:r>
          </a:p>
          <a:p>
            <a:pPr>
              <a:defRPr sz="2400"/>
            </a:pPr>
            <a:r>
              <a:t>Democratization of Complexity:** AI will dramatically lower the barrier to entry for advanced functionality, allowing non-expert teams to build enterprise-grade applications faster than ever before.</a:t>
            </a:r>
          </a:p>
          <a:p>
            <a:pPr>
              <a:defRPr sz="2400"/>
            </a:pPr>
            <a:r>
              <a:t>Invest in the Stack, Not Just the Code:** Successful adoption requires mandatory investment in AI-native tooling, continuous retraining of teams, and establishing robust MLOps pipelines immediately.</a:t>
            </a:r>
          </a:p>
          <a:p>
            <a:pPr>
              <a:defRPr sz="2400"/>
            </a:pPr>
          </a:p>
          <a:p>
            <a:pPr>
              <a:defRPr sz="2000"/>
            </a:pPr>
            <a:r>
              <a:t>### **Option 3: Short &amp; Punchy (Best for Visual/High-Level Summary)**</a:t>
            </a:r>
          </a:p>
          <a:p>
            <a:pPr>
              <a:defRPr sz="2400"/>
            </a:pPr>
            <a:r>
              <a:t>Title: Action Plan: Building the AI-Native Workforce**</a:t>
            </a:r>
          </a:p>
          <a:p>
            <a:pPr>
              <a:defRPr sz="2400"/>
            </a:pPr>
            <a:r>
              <a:t>Mastering AI Workflow:** Treat AI tools not as replacements, but as powerful extensions. Focus training on prompt engineering and prompt chaining to maximize efficiency.</a:t>
            </a:r>
          </a:p>
          <a:p>
            <a:pPr>
              <a:defRPr sz="2400"/>
            </a:pPr>
            <a:r>
              <a:t>Trust and Testing First:** Establish rigorous testing frameworks and explainable AI (XAI) protocols. Building trust and mitigating hallucination will be the highest development priority.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