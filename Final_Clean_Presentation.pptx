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FFFFF"/>
                </a:solidFill>
                <a:latin typeface="Calibri"/>
              </a:defRPr>
            </a:pPr>
            <a:r>
              <a:t>UNTITLED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6" name="Picture 5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34440"/>
            <a:ext cx="53035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FFFFF"/>
                </a:solidFill>
                <a:latin typeface="Calibri"/>
              </a:defRPr>
            </a:pPr>
            <a:r>
              <a:t>UNTITLED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6" name="Picture 5" descr="slide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34440"/>
            <a:ext cx="53035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FFFFF"/>
                </a:solidFill>
                <a:latin typeface="Calibri"/>
              </a:defRPr>
            </a:pPr>
            <a:r>
              <a:t>UNTITLED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6" name="Picture 5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34440"/>
            <a:ext cx="53035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FFFFF"/>
                </a:solidFill>
                <a:latin typeface="Calibri"/>
              </a:defRPr>
            </a:pPr>
            <a:r>
              <a:t>UNTITLED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6" name="Picture 5" descr="slide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34440"/>
            <a:ext cx="53035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FFFFF"/>
                </a:solidFill>
                <a:latin typeface="Calibri"/>
              </a:defRPr>
            </a:pPr>
            <a:r>
              <a:t>UNTITLED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6" name="Picture 5" descr="slide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34440"/>
            <a:ext cx="53035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FFFFF"/>
                </a:solidFill>
                <a:latin typeface="Calibri"/>
              </a:defRPr>
            </a:pPr>
            <a:r>
              <a:t>UNTITLED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6" name="Picture 5" descr="slide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34440"/>
            <a:ext cx="53035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FFFFF"/>
                </a:solidFill>
                <a:latin typeface="Calibri"/>
              </a:defRPr>
            </a:pPr>
            <a:r>
              <a:t>UNTITLED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6" name="Picture 5" descr="slide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34440"/>
            <a:ext cx="53035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FFFFF"/>
                </a:solidFill>
                <a:latin typeface="Calibri"/>
              </a:defRPr>
            </a:pPr>
            <a:r>
              <a:t>UNTITLED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6" name="Picture 5" descr="slide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34440"/>
            <a:ext cx="53035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FFFFF"/>
                </a:solidFill>
                <a:latin typeface="Calibri"/>
              </a:defRPr>
            </a:pPr>
            <a:r>
              <a:t>UNTITLED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6" name="Picture 5" descr="slide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34440"/>
            <a:ext cx="53035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FFFFF"/>
                </a:solidFill>
                <a:latin typeface="Calibri"/>
              </a:defRPr>
            </a:pPr>
            <a:r>
              <a:t>UNTITLED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6" name="Picture 5" descr="slide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34440"/>
            <a:ext cx="530352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