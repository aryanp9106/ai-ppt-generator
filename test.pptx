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**Title:** The Structured Approach: Fundamentals of Software Engineering</a:t>
            </a:r>
          </a:p>
          <a:p/>
          <a:p>
            <a:r>
              <a:t>*   **Systematic Methodology:** Software Engineering is the disciplined application of scientific methods to the entire software development life cycle (SDLC)—encompassing planning, design, implementation, testing, and maintenance—to ensure the creation of high-quality, reliable, and scalable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